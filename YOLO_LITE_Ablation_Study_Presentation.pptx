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Modernizing YOLO-LITE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 Ablation Study on Advanced Activation Functions</a:t>
            </a:r>
          </a:p>
          <a:p>
            <a:r>
              <a:t>Using PyTorch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Original YOLO-LITE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Designed for Non-GPU Computers</a:t>
            </a:r>
          </a:p>
          <a:p>
            <a:pPr lvl="1"/>
            <a:r>
              <a:t>Goal: Achieve real-time object detection (~10 FPS) without a GPU.</a:t>
            </a:r>
          </a:p>
          <a:p>
            <a:pPr lvl="1"/>
            <a:r>
              <a:t>Original Implementation: Written in C/C++ using the Darknet framework.</a:t>
            </a:r>
          </a:p>
          <a:p>
            <a:pPr lvl="1"/>
            <a:r>
              <a:t>Baseline Metrics: Achieved 33.57% mAP on PASCAL VOC at 21 FPS (Dell XPS 13).</a:t>
            </a:r>
          </a:p>
          <a:p>
            <a:pPr lvl="1"/>
            <a:r>
              <a:t>Limitations: Relied entirely on the LeakyReLU activation function. Hard to prototype or extend with modern Deep Learning advances.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Motivation: Why Python &amp; PyTorch?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Overcoming Darknet's Constraints</a:t>
            </a:r>
          </a:p>
          <a:p>
            <a:pPr lvl="1"/>
            <a:r>
              <a:t>Rapid Experimentation: Python allows for seamless swapping of layers, loss functions, and activation functions.</a:t>
            </a:r>
          </a:p>
          <a:p>
            <a:pPr lvl="1"/>
            <a:r>
              <a:t>Low-VRAM Optimization: Leveraged PyTorch Automatic Mixed Precision (AMP) and Gradient Accumulation to train on limited hardware.</a:t>
            </a:r>
          </a:p>
          <a:p>
            <a:pPr lvl="1"/>
            <a:r>
              <a:t>Advanced Activations: Native support for modern, smooth, non-monotonic functions (e.g., SiLU, Mish) to improve gradient flow in shallow networks.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Theory: Activation Functions Analyzed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LeakyReLU (Baseline): Solves dying ReLU; f(x) = max(0.1x, x)</a:t>
            </a:r>
          </a:p>
          <a:p>
            <a:pPr/>
            <a:r>
              <a:t>ReLU: Fast, sparse, but suffers from zero gradients for negatives.</a:t>
            </a:r>
          </a:p>
          <a:p>
            <a:pPr/>
            <a:r>
              <a:t>SiLU (Swish): f(x) = x * sigmoid(x). Smooth and non-monotonic, helping gradient flow, but requires exponential calculation.</a:t>
            </a:r>
          </a:p>
          <a:p>
            <a:pPr/>
            <a:r>
              <a:t>Mish: f(x) = x * tanh(ln(1 + e^x)). Extremely smooth, often yields higher accuracy, but is computationally heavier.</a:t>
            </a:r>
          </a:p>
          <a:p>
            <a:pPr/>
            <a:r>
              <a:t>HardSwish: Piecewise linear approximation of SiLU. Designed for fast mobile/edge deployment.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Experimental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Dataset: Pascal VOC 2007 + 2012</a:t>
            </a:r>
          </a:p>
          <a:p>
            <a:pPr lvl="1"/>
            <a:r>
              <a:t>Network: YOLO-LITE 'trial13' architecture (8 Convolutional Layers).</a:t>
            </a:r>
          </a:p>
          <a:p>
            <a:pPr lvl="1"/>
            <a:r>
              <a:t>Optimizer: SGD (Learning Rate = 0.001, Momentum = 0.9).</a:t>
            </a:r>
          </a:p>
          <a:p>
            <a:pPr lvl="1"/>
            <a:r>
              <a:t>Hardware Optimization: Mixed Precision (FP16), Batch Size 8 (Effective batch size 32 via Gradient Accumulation).</a:t>
            </a:r>
          </a:p>
          <a:p>
            <a:pPr lvl="1"/>
            <a:r>
              <a:t>Metrics Tracked: Validation Loss, mAP@0.5, CPU FPS, GPU FPS, Model Size.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Visualizing Activation Shapes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activation_fun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286000"/>
            <a:ext cx="6400800" cy="421865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Validation Loss Curves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val_loss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286000"/>
            <a:ext cx="6400800" cy="349577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Inference Speed (CPU FPS)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cpu_fp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286000"/>
            <a:ext cx="6400800" cy="417531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Ablation Study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2286000"/>
          <a:ext cx="7315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  <a:gridCol w="1463040"/>
                <a:gridCol w="1463040"/>
              </a:tblGrid>
              <a:tr h="228600">
                <a:tc>
                  <a:txBody>
                    <a:bodyPr/>
                    <a:lstStyle/>
                    <a:p>
                      <a:r>
                        <a:t>Activation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Params (M)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Size (MB)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CPU FPS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GPU FPS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t>relu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83.53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t>leaky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83.53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t>silu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83.53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t>mish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83.53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t>hardswish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83.53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Trade-off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Accuracy vs. Computational Overhead</a:t>
            </a:r>
          </a:p>
          <a:p>
            <a:pPr lvl="1"/>
            <a:r>
              <a:t>Mish &amp; SiLU: Smooth, non-monotonic activations proved better for feature extraction in the shallow 8-layer network, leading to better loss convergence.</a:t>
            </a:r>
          </a:p>
          <a:p>
            <a:pPr lvl="1"/>
            <a:r>
              <a:t>The Mathematical Penalty: Computing 'tanh', 'sigmoid', and 'exp' operations on CPU significantly reduced the FPS compared to the baseline LeakyReLU.</a:t>
            </a:r>
          </a:p>
          <a:p>
            <a:pPr lvl="1"/>
            <a:r>
              <a:t>HardSwish: Emerged as an excellent compromise, providing near-SiLU accuracy while reclaiming FPS lost to exponential math due to its piecewise-linear nature.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Conclusion</a:t>
            </a:r>
          </a:p>
          <a:p>
            <a:pPr lvl="1"/>
            <a:r>
              <a:t>The PyTorch rewrite successfully modernized YOLO-LITE, enabling rapid ablation studies.</a:t>
            </a:r>
          </a:p>
          <a:p>
            <a:pPr lvl="1"/>
            <a:r>
              <a:t>For strict non-GPU edge deployment, HardSwish or LeakyReLU remain the most viable options to maintain &gt;10 FPS.</a:t>
            </a:r>
          </a:p>
          <a:p>
            <a:pPr/>
            <a:r>
              <a:t>Future Work:</a:t>
            </a:r>
          </a:p>
          <a:p>
            <a:pPr lvl="1"/>
            <a:r>
              <a:t>Deploy the newly trained PyTorch weights back to TensorFlow.js (TFJS) to update the web implementation.</a:t>
            </a:r>
          </a:p>
          <a:p>
            <a:pPr lvl="1"/>
            <a:r>
              <a:t>Experiment with lightweight Spatial Attention Modules (e.g., CBAM) to increase mAP without adding deep convolutional layers.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